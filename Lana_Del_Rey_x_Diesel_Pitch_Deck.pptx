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EE76572-02F7-43D0-9261-4AD610505A0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0"/>
            <a:ext cx="658368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5F0EB"/>
                </a:solidFill>
              </a:rPr>
              <a:t>BORN
TO
REBEL.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0"/>
            <a:ext cx="4389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BEB4"/>
                </a:solidFill>
              </a:rPr>
              <a:t>A melancholic American dream reimagined through distressed denim, vintage glamour, and rebellious femininity.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6B78"/>
                </a:solidFill>
              </a:rPr>
              <a:t>01 /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0EB"/>
                </a:solidFill>
              </a:rPr>
              <a:t>The Concept</a:t>
            </a:r>
          </a:p>
        </p:txBody>
      </p:sp>
      <p:pic>
        <p:nvPicPr>
          <p:cNvPr id="4" name="Picture 3" descr="DBDE4EFC-A11E-4260-BFD9-41762BC2FEB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03520" cy="5120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645920"/>
            <a:ext cx="5303520" cy="3200400"/>
          </a:xfrm>
          <a:prstGeom prst="rect">
            <a:avLst/>
          </a:prstGeom>
          <a:solidFill>
            <a:srgbClr val="191919"/>
          </a:solidFill>
          <a:ln>
            <a:solidFill>
              <a:srgbClr val="C9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7548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5F0EB"/>
                </a:solidFill>
              </a:rPr>
              <a:t>Limited-edition collaboration between Lana Del Rey and Diesel blending Americana nostalgia, Y2K rebellion, luxury grunge and dark cinematic aesthetics.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6B78"/>
                </a:solidFill>
              </a:rPr>
              <a:t>02 / BRAND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0EB"/>
                </a:solidFill>
              </a:rPr>
              <a:t>Two Icons. One Vision.</a:t>
            </a:r>
          </a:p>
        </p:txBody>
      </p:sp>
      <p:pic>
        <p:nvPicPr>
          <p:cNvPr id="4" name="Picture 3" descr="DD5EA574-2C75-4690-B03C-53F0F6DFEF6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03520" cy="5120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645920"/>
            <a:ext cx="5303520" cy="3200400"/>
          </a:xfrm>
          <a:prstGeom prst="rect">
            <a:avLst/>
          </a:prstGeom>
          <a:solidFill>
            <a:srgbClr val="191919"/>
          </a:solidFill>
          <a:ln>
            <a:solidFill>
              <a:srgbClr val="C9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7548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5F0EB"/>
                </a:solidFill>
              </a:rPr>
              <a:t>Lana Del Rey represents timeless online aesthetic culture while Diesel owns edgy Gen-Z Y2K fashion territory.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6B78"/>
                </a:solidFill>
              </a:rPr>
              <a:t>03 / TARGET 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0EB"/>
                </a:solidFill>
              </a:rPr>
              <a:t>Who Wears The Dream?</a:t>
            </a:r>
          </a:p>
        </p:txBody>
      </p:sp>
      <p:pic>
        <p:nvPicPr>
          <p:cNvPr id="4" name="Picture 3" descr="DCF9513A-2723-4EA6-926B-5DBCE0AC913C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03520" cy="5120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645920"/>
            <a:ext cx="5303520" cy="3200400"/>
          </a:xfrm>
          <a:prstGeom prst="rect">
            <a:avLst/>
          </a:prstGeom>
          <a:solidFill>
            <a:srgbClr val="191919"/>
          </a:solidFill>
          <a:ln>
            <a:solidFill>
              <a:srgbClr val="C9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7548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5F0EB"/>
                </a:solidFill>
              </a:rPr>
              <a:t>Gen Z and young millennials driven by aesthetic identity, nostalgia culture, exclusivity and individuality.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6B78"/>
                </a:solidFill>
              </a:rPr>
              <a:t>04 / 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0EB"/>
                </a:solidFill>
              </a:rPr>
              <a:t>Why Now?</a:t>
            </a:r>
          </a:p>
        </p:txBody>
      </p:sp>
      <p:pic>
        <p:nvPicPr>
          <p:cNvPr id="4" name="Picture 3" descr="17B1C356-D359-427D-8777-33B03B174AB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03520" cy="5120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645920"/>
            <a:ext cx="5303520" cy="3200400"/>
          </a:xfrm>
          <a:prstGeom prst="rect">
            <a:avLst/>
          </a:prstGeom>
          <a:solidFill>
            <a:srgbClr val="191919"/>
          </a:solidFill>
          <a:ln>
            <a:solidFill>
              <a:srgbClr val="C9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7548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5F0EB"/>
                </a:solidFill>
              </a:rPr>
              <a:t>Y2K revival, celebrity collaborations, vintage denim resurgence and TikTok aesthetic culture create the perfect timing.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6B78"/>
                </a:solidFill>
              </a:rPr>
              <a:t>05 / PRODUCT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0EB"/>
                </a:solidFill>
              </a:rPr>
              <a:t>Capsule Collection</a:t>
            </a:r>
          </a:p>
        </p:txBody>
      </p:sp>
      <p:pic>
        <p:nvPicPr>
          <p:cNvPr id="4" name="Picture 3" descr="321A6B4D-D5C2-442A-931F-463F3E56E44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03520" cy="5120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645920"/>
            <a:ext cx="5303520" cy="3200400"/>
          </a:xfrm>
          <a:prstGeom prst="rect">
            <a:avLst/>
          </a:prstGeom>
          <a:solidFill>
            <a:srgbClr val="191919"/>
          </a:solidFill>
          <a:ln>
            <a:solidFill>
              <a:srgbClr val="C9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7548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5F0EB"/>
                </a:solidFill>
              </a:rPr>
              <a:t>Distressed denim, biker jackets, corsets, motel hoodies, accessories and collectible fashion pieces.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6B78"/>
                </a:solidFill>
              </a:rPr>
              <a:t>06 / MARKETING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0EB"/>
                </a:solidFill>
              </a:rPr>
              <a:t>Sad Girls Rule The World</a:t>
            </a:r>
          </a:p>
        </p:txBody>
      </p:sp>
      <p:pic>
        <p:nvPicPr>
          <p:cNvPr id="4" name="Picture 3" descr="EEE76572-02F7-43D0-9261-4AD610505A0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03520" cy="5120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645920"/>
            <a:ext cx="5303520" cy="3200400"/>
          </a:xfrm>
          <a:prstGeom prst="rect">
            <a:avLst/>
          </a:prstGeom>
          <a:solidFill>
            <a:srgbClr val="191919"/>
          </a:solidFill>
          <a:ln>
            <a:solidFill>
              <a:srgbClr val="C9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7548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5F0EB"/>
                </a:solidFill>
              </a:rPr>
              <a:t>TikTok edits, motel-inspired photography, influencer collaborations and immersive pop-up experiences.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6B78"/>
                </a:solidFill>
              </a:rPr>
              <a:t>07 / SWOT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0EB"/>
                </a:solidFill>
              </a:rPr>
              <a:t>Strategic Positioning</a:t>
            </a:r>
          </a:p>
        </p:txBody>
      </p:sp>
      <p:pic>
        <p:nvPicPr>
          <p:cNvPr id="4" name="Picture 3" descr="DBDE4EFC-A11E-4260-BFD9-41762BC2FEB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03520" cy="5120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645920"/>
            <a:ext cx="5303520" cy="3200400"/>
          </a:xfrm>
          <a:prstGeom prst="rect">
            <a:avLst/>
          </a:prstGeom>
          <a:solidFill>
            <a:srgbClr val="191919"/>
          </a:solidFill>
          <a:ln>
            <a:solidFill>
              <a:srgbClr val="C9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7548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5F0EB"/>
                </a:solidFill>
              </a:rPr>
              <a:t>Strong cult fanbase and viral potential balanced against premium pricing and niche positioning.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6B78"/>
                </a:solidFill>
              </a:rPr>
              <a:t>08 / FINANCIALS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0EB"/>
                </a:solidFill>
              </a:rPr>
              <a:t>The Numbers</a:t>
            </a:r>
          </a:p>
        </p:txBody>
      </p:sp>
      <p:pic>
        <p:nvPicPr>
          <p:cNvPr id="4" name="Picture 3" descr="DD5EA574-2C75-4690-B03C-53F0F6DFEF6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03520" cy="5120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645920"/>
            <a:ext cx="5303520" cy="3200400"/>
          </a:xfrm>
          <a:prstGeom prst="rect">
            <a:avLst/>
          </a:prstGeom>
          <a:solidFill>
            <a:srgbClr val="191919"/>
          </a:solidFill>
          <a:ln>
            <a:solidFill>
              <a:srgbClr val="C9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7548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5F0EB"/>
                </a:solidFill>
              </a:rPr>
              <a:t>$7.5M investment with projected Year-1 revenue of $31M and 35–40% estimated profit margins.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6B78"/>
                </a:solidFill>
              </a:rPr>
              <a:t>09 / LAUNCH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0EB"/>
                </a:solidFill>
              </a:rPr>
              <a:t>From Vision To Reality</a:t>
            </a:r>
          </a:p>
        </p:txBody>
      </p:sp>
      <p:pic>
        <p:nvPicPr>
          <p:cNvPr id="4" name="Picture 3" descr="DCF9513A-2723-4EA6-926B-5DBCE0AC913C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03520" cy="5120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645920"/>
            <a:ext cx="5303520" cy="3200400"/>
          </a:xfrm>
          <a:prstGeom prst="rect">
            <a:avLst/>
          </a:prstGeom>
          <a:solidFill>
            <a:srgbClr val="191919"/>
          </a:solidFill>
          <a:ln>
            <a:solidFill>
              <a:srgbClr val="C9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7548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5F0EB"/>
                </a:solidFill>
              </a:rPr>
              <a:t>7-month launch plan covering design, teaser campaigns, social rollout and global release.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6B78"/>
                </a:solidFill>
              </a:rPr>
              <a:t>10 / FUTURE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0EB"/>
                </a:solidFill>
              </a:rPr>
              <a:t>Beyond Fashion</a:t>
            </a:r>
          </a:p>
        </p:txBody>
      </p:sp>
      <p:pic>
        <p:nvPicPr>
          <p:cNvPr id="4" name="Picture 3" descr="17B1C356-D359-427D-8777-33B03B174AB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03520" cy="5120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645920"/>
            <a:ext cx="5303520" cy="3200400"/>
          </a:xfrm>
          <a:prstGeom prst="rect">
            <a:avLst/>
          </a:prstGeom>
          <a:solidFill>
            <a:srgbClr val="191919"/>
          </a:solidFill>
          <a:ln>
            <a:solidFill>
              <a:srgbClr val="C9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7548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5F0EB"/>
                </a:solidFill>
              </a:rPr>
              <a:t>Expansion into fragrances, handbags, festival collections and immersive fashion-film projects.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96B78"/>
                </a:solidFill>
              </a:rPr>
              <a:t>11 / COMPETITOR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0EB"/>
                </a:solidFill>
              </a:rPr>
              <a:t>Competitive Landscape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640080">
                <a:tc>
                  <a:txBody>
                    <a:bodyPr/>
                    <a:lstStyle/>
                    <a:p>
                      <a:r>
                        <a:t>Brand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Weakness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Position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SKIMS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Massive visibility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Less artistic identity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Mainstream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Adidas × Artists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Streetwear dominance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Oversaturated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Commercial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Mugler × Pop Stars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fashion appeal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Less accessible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Luxury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Lana × Diesel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Strong storytelling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Niche emotional branding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Cult Luxury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EE76572-02F7-43D0-9261-4AD610505A0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0"/>
            <a:ext cx="667512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3716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0EB"/>
                </a:solidFill>
              </a:rPr>
              <a:t>Born to Rebel.
Designed to Remember.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8BEB4"/>
                </a:solidFill>
              </a:rPr>
              <a:t>A collaboration the world is already waiting for.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